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Cartographie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99"/>
                </a:solidFill>
                <a:latin typeface="Calibri"/>
              </a:rPr>
              <a:t>Bloc 2 · Module 2 — Découper pour mieux régner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36576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SOSSOU Merveilles de Dieu  ·  Groupe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Calibri"/>
              </a:rPr>
              <a:t>ACADÉMIE DE PROGRAMMATION · IFRI — L1  ·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1. Vue d'ensemble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8288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307592"/>
            <a:ext cx="1828800" cy="22860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8288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8288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1A2E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périmètres couverts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280160"/>
            <a:ext cx="18288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33472" y="1307592"/>
            <a:ext cx="1828800" cy="22860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1280160"/>
            <a:ext cx="18288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280160"/>
            <a:ext cx="18288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1A2E"/>
                </a:solidFill>
                <a:latin typeface="Calibri"/>
              </a:rPr>
              <a:t>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606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règles / sélecteurs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280160"/>
            <a:ext cx="18288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36592" y="1307592"/>
            <a:ext cx="1828800" cy="22860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1280160"/>
            <a:ext cx="18288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60" y="1280160"/>
            <a:ext cx="18288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606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règles globales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1280160"/>
            <a:ext cx="18288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39712" y="1307592"/>
            <a:ext cx="1828800" cy="2286000"/>
          </a:xfrm>
          <a:prstGeom prst="rect">
            <a:avLst/>
          </a:prstGeom>
          <a:solidFill>
            <a:srgbClr val="DD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12280" y="1280160"/>
            <a:ext cx="18288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12280" y="1280160"/>
            <a:ext cx="18288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1600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1A2E"/>
                </a:solidFill>
                <a:latin typeface="Calibri"/>
              </a:rPr>
              <a:t>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606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règles locales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1. Vue d'ensemble — Tableau des 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188720"/>
            <a:ext cx="34747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188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Futur fichier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188720"/>
            <a:ext cx="219456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1887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Nb de règles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36192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Global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536192"/>
            <a:ext cx="3474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5361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base.css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536192"/>
            <a:ext cx="21945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361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83664"/>
            <a:ext cx="256032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836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Nav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883664"/>
            <a:ext cx="347472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18836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header.css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883664"/>
            <a:ext cx="219456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8836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231136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23113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Hero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231136"/>
            <a:ext cx="3474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2311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hero.css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231136"/>
            <a:ext cx="21945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23113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78608"/>
            <a:ext cx="256032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5786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Services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2578608"/>
            <a:ext cx="347472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25786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services.css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578608"/>
            <a:ext cx="219456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5786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926080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926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About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2926080"/>
            <a:ext cx="3474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2926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about.css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926080"/>
            <a:ext cx="21945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9260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273552"/>
            <a:ext cx="256032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2735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Témoignages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3273552"/>
            <a:ext cx="347472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327355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testimonials.css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3273552"/>
            <a:ext cx="219456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32735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621024"/>
            <a:ext cx="2560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621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Contact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3621024"/>
            <a:ext cx="34747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36210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contact.css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3621024"/>
            <a:ext cx="21945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36210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968496"/>
            <a:ext cx="256032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9684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Footer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17520" y="3968496"/>
            <a:ext cx="347472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17520" y="39684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footer.css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3968496"/>
            <a:ext cx="219456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39684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315968"/>
            <a:ext cx="256032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315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4315968"/>
            <a:ext cx="347472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17520" y="43159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 fichiers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4315968"/>
            <a:ext cx="219456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43159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2. Regroupement des règles par section 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41148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Nav → header.css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36192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.b1 (conteneur nav)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.b1a (logo)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29968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2996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.b1b a (liens nav)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7685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.b1b a:hover (hover)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188720"/>
            <a:ext cx="41148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188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Hero → hero.css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536192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153619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.c (conteneur)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783080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178308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.c1 (colonne texte)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029968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02996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.c1a (titre)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276856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227685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.c1b (description)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523744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52374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.c1c a (bouton CTA)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770632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77063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.c2 img (image)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71800"/>
            <a:ext cx="41148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9718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Services → services.css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19272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31927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.d (conteneur)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566160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56616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.d0 (titre)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813048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81304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.dd (grille flex)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059936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05993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.d1-.d4 (cartes)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306824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30682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.d1i-.d4i (icônes)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553712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55371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.d1t-.d4t (titres)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800600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80060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.d1p-.d4p (textes)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About → about.css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3319272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92040" y="331927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.e (conteneur)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3566160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356616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.e1 (col. image)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3813048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2040" y="381304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.eimg (image)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4059936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92040" y="405993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.e2 (col. texte)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4306824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430682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.e2t (titre)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4553712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92040" y="455371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.e2p (paragraphes)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80" y="4800600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92040" y="480060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.e2b a (bouton)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2. Regroupement des règles par section 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41148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Témoignages → testimonials.css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36192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.f (conteneur)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.f0 (titre)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29968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2996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.ff (grille)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7685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.f1-.f3 (cartes)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23744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2374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.f1t-.f3t (textes)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70632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7063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.f1n-.f3n (noms)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188720"/>
            <a:ext cx="41148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188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Contact → contact.css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536192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153619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.g (conteneur)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783080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78308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.g0 (titre)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029968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02996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.gf (formulaire)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276856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27685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.gi (inputs)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523744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252374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.gt (textarea)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770632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277063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.gb (bouton)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017520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301752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.gb:hover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108960"/>
            <a:ext cx="41148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10896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Footer → footer.css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456432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45643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.h (conteneur)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03320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70332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.h1 (copyright)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950208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95020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.h2 a (liens)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197096"/>
            <a:ext cx="41148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19709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.h2 a:hover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443984"/>
            <a:ext cx="4114800" cy="2468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44398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.h3 (texte droit)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3. Styles globaux identifiés → base.css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Deux règles s'appliquent à tout le site et formeront base.css 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37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Reset universel — supprime marges et paddings par défaut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3716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3317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Police Arial + couleur de texte #333 pour toute la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Deux couleurs traversent tout le fichier — à centraliser en variables CSS 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137160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#1a1a2e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Couleur principale (bleu nuit) — 6 occurrences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137160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#e94560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6052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Couleur d'accentuation (rouge) — 4 occurrences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4. Duplications et incohérences détectées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9319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9319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  <a:latin typeface="Calibri"/>
              </a:rPr>
              <a:t>Cartes Services redondantes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.d1 à .d4 ont le même style — 4 groupes répétés inutilement.
Une classe .service-card aurait suffi.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43000"/>
            <a:ext cx="39319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143000"/>
            <a:ext cx="39319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252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  <a:latin typeface="Calibri"/>
              </a:rPr>
              <a:t>Cartes Témoignages redondantes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64592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.f1 à .f3 et leurs variantes (.f1t, .f1n…) répètent
le même style trois fois.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26080"/>
            <a:ext cx="39319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926080"/>
            <a:ext cx="39319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35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  <a:latin typeface="Calibri"/>
              </a:rPr>
              <a:t>Boutons sans composant partagé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Le bouton Hero (.c1c a) et le bouton About (.e2b a)
ont la même structure mais sont définis séparément.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926080"/>
            <a:ext cx="39319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926080"/>
            <a:ext cx="39319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035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  <a:latin typeface="Calibri"/>
              </a:rPr>
              <a:t>Noms de classes cryptiques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2900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.b1, .c, .dd, .f… ne décrivent pas leur fonction.
Impossible de comprendre la structure sans lire le HTML.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 Tableau de cartographie CSS 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Règle / Sélecteur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274320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1430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Section concernée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143000"/>
            <a:ext cx="20116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14300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Global ou Local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44752"/>
            <a:ext cx="3474720" cy="301752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4475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444752"/>
            <a:ext cx="2743200" cy="301752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144475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444752"/>
            <a:ext cx="2011680" cy="301752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44475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46504"/>
            <a:ext cx="3474720" cy="301752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74650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body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1746504"/>
            <a:ext cx="2743200" cy="301752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74650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746504"/>
            <a:ext cx="2011680" cy="301752"/>
          </a:xfrm>
          <a:prstGeom prst="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74650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Global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048256"/>
            <a:ext cx="347472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04825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.b1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048256"/>
            <a:ext cx="274320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204825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Nav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048256"/>
            <a:ext cx="201168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04825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350008"/>
            <a:ext cx="347472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35000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.b1a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2350008"/>
            <a:ext cx="274320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235000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Nav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350008"/>
            <a:ext cx="201168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35000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651760"/>
            <a:ext cx="347472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265176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.b1b 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2651760"/>
            <a:ext cx="274320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26517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Nav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2651760"/>
            <a:ext cx="201168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265176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53512"/>
            <a:ext cx="347472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95351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.b1b a:hover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2953512"/>
            <a:ext cx="274320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295351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Nav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2953512"/>
            <a:ext cx="2011680" cy="301752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295351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255264"/>
            <a:ext cx="347472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325526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3255264"/>
            <a:ext cx="274320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86200" y="325526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Hero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3255264"/>
            <a:ext cx="201168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325526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557016"/>
            <a:ext cx="347472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55701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.c1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3557016"/>
            <a:ext cx="274320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86200" y="355701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Hero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3557016"/>
            <a:ext cx="201168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9400" y="355701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858768"/>
            <a:ext cx="347472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385876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.c1a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3858768"/>
            <a:ext cx="274320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86200" y="385876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Hero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3858768"/>
            <a:ext cx="201168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9400" y="385876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160520"/>
            <a:ext cx="347472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416052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.c1b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0" y="4160520"/>
            <a:ext cx="274320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86200" y="41605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Hero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0" y="4160520"/>
            <a:ext cx="201168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29400" y="416052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62272"/>
            <a:ext cx="347472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80" y="446227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.c1c 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0" y="4462272"/>
            <a:ext cx="274320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86200" y="446227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Hero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0" y="4462272"/>
            <a:ext cx="201168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29400" y="446227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764024"/>
            <a:ext cx="347472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476402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.c2 img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0" y="4764024"/>
            <a:ext cx="274320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86200" y="476402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Hero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0" y="4764024"/>
            <a:ext cx="2011680" cy="30175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629400" y="476402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065776"/>
            <a:ext cx="347472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506577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40480" y="5065776"/>
            <a:ext cx="274320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886200" y="506577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Services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83680" y="5065776"/>
            <a:ext cx="201168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29400" y="506577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367528"/>
            <a:ext cx="347472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1480" y="536752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.d0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840480" y="5367528"/>
            <a:ext cx="274320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86200" y="53675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Services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83680" y="5367528"/>
            <a:ext cx="201168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29400" y="53675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5669280"/>
            <a:ext cx="347472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" y="566928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.dd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5669280"/>
            <a:ext cx="274320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886200" y="566928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Services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83680" y="5669280"/>
            <a:ext cx="201168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29400" y="566928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" y="5971032"/>
            <a:ext cx="347472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1480" y="597103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.d1, .d2, .d3, .d4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840480" y="5971032"/>
            <a:ext cx="274320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886200" y="597103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Services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0" y="5971032"/>
            <a:ext cx="201168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629400" y="597103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65760" y="6272784"/>
            <a:ext cx="347472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1480" y="627278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.d1i, .d2i, .d3i, .d4i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840480" y="6272784"/>
            <a:ext cx="274320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886200" y="627278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Services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83680" y="6272784"/>
            <a:ext cx="201168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29400" y="627278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6574536"/>
            <a:ext cx="347472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1480" y="657453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.d1t, .d2t, .d3t, .d4t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840480" y="6574536"/>
            <a:ext cx="274320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886200" y="657453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Services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83680" y="6574536"/>
            <a:ext cx="201168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629400" y="657453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5760" y="6876288"/>
            <a:ext cx="347472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1480" y="687628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.d1p, .d2p, .d3p, .d4p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840480" y="6876288"/>
            <a:ext cx="274320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886200" y="687628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Services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583680" y="6876288"/>
            <a:ext cx="2011680" cy="301752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29400" y="687628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7178040"/>
            <a:ext cx="347472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11480" y="717804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840480" y="7178040"/>
            <a:ext cx="274320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886200" y="71780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About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583680" y="7178040"/>
            <a:ext cx="201168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629400" y="717804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65760" y="7479792"/>
            <a:ext cx="347472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11480" y="747979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.e1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840480" y="7479792"/>
            <a:ext cx="274320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886200" y="747979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About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583680" y="7479792"/>
            <a:ext cx="201168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629400" y="747979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65760" y="7781544"/>
            <a:ext cx="347472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11480" y="778154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.eimg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840480" y="7781544"/>
            <a:ext cx="274320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886200" y="778154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About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583680" y="7781544"/>
            <a:ext cx="201168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629400" y="778154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5. Tableau de cartographie CSS 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Règle / Sélecteur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274320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14300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Section concernée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143000"/>
            <a:ext cx="20116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14300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Global ou Local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44752"/>
            <a:ext cx="347472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4475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.e2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444752"/>
            <a:ext cx="274320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144475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About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444752"/>
            <a:ext cx="201168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44475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46504"/>
            <a:ext cx="347472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74650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.e2t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1746504"/>
            <a:ext cx="274320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74650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About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746504"/>
            <a:ext cx="201168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74650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048256"/>
            <a:ext cx="347472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04825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.e2p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048256"/>
            <a:ext cx="274320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204825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About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2048256"/>
            <a:ext cx="201168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04825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350008"/>
            <a:ext cx="347472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35000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.e2b 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2350008"/>
            <a:ext cx="274320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235000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About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350008"/>
            <a:ext cx="2011680" cy="301752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35000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651760"/>
            <a:ext cx="347472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265176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2651760"/>
            <a:ext cx="274320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26517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Témoignages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2651760"/>
            <a:ext cx="201168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265176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53512"/>
            <a:ext cx="347472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295351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.f0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2953512"/>
            <a:ext cx="274320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295351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Témoignages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2953512"/>
            <a:ext cx="201168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295351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255264"/>
            <a:ext cx="347472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325526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.ff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3255264"/>
            <a:ext cx="274320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86200" y="325526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Témoignages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3255264"/>
            <a:ext cx="201168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325526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557016"/>
            <a:ext cx="347472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55701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.f1, .f2, .f3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3557016"/>
            <a:ext cx="274320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86200" y="355701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Témoignages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3557016"/>
            <a:ext cx="201168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9400" y="355701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858768"/>
            <a:ext cx="347472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385876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.f1t, .f2t, .f3t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3858768"/>
            <a:ext cx="274320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86200" y="385876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Témoignages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3858768"/>
            <a:ext cx="201168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9400" y="385876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160520"/>
            <a:ext cx="347472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416052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.f1n, .f2n, .f3n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0" y="4160520"/>
            <a:ext cx="274320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86200" y="41605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Témoignages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0" y="4160520"/>
            <a:ext cx="2011680" cy="301752"/>
          </a:xfrm>
          <a:prstGeom prst="rect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29400" y="416052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62272"/>
            <a:ext cx="347472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80" y="446227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0" y="4462272"/>
            <a:ext cx="274320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86200" y="446227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Contact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0" y="4462272"/>
            <a:ext cx="201168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29400" y="446227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764024"/>
            <a:ext cx="347472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476402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.g0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0" y="4764024"/>
            <a:ext cx="274320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86200" y="476402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Contact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0" y="4764024"/>
            <a:ext cx="201168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629400" y="476402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5065776"/>
            <a:ext cx="347472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506577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.gf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40480" y="5065776"/>
            <a:ext cx="274320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886200" y="506577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Contact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83680" y="5065776"/>
            <a:ext cx="201168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629400" y="506577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367528"/>
            <a:ext cx="347472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1480" y="536752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.gi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840480" y="5367528"/>
            <a:ext cx="274320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86200" y="536752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Contact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83680" y="5367528"/>
            <a:ext cx="201168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29400" y="536752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5669280"/>
            <a:ext cx="347472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1480" y="566928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.gt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5669280"/>
            <a:ext cx="274320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886200" y="566928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Contact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83680" y="5669280"/>
            <a:ext cx="201168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29400" y="566928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" y="5971032"/>
            <a:ext cx="347472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1480" y="597103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.gb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840480" y="5971032"/>
            <a:ext cx="274320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886200" y="597103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Contact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0" y="5971032"/>
            <a:ext cx="201168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629400" y="597103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65760" y="6272784"/>
            <a:ext cx="347472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1480" y="627278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.gb:hover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840480" y="6272784"/>
            <a:ext cx="274320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886200" y="627278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Contact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583680" y="6272784"/>
            <a:ext cx="2011680" cy="301752"/>
          </a:xfrm>
          <a:prstGeom prst="rect">
            <a:avLst/>
          </a:prstGeom>
          <a:solidFill>
            <a:srgbClr val="F0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29400" y="627278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6574536"/>
            <a:ext cx="347472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1480" y="6574536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.h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840480" y="6574536"/>
            <a:ext cx="274320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886200" y="657453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Footer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83680" y="6574536"/>
            <a:ext cx="201168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629400" y="657453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5760" y="6876288"/>
            <a:ext cx="347472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1480" y="6876288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.h1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840480" y="6876288"/>
            <a:ext cx="274320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886200" y="687628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Footer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583680" y="6876288"/>
            <a:ext cx="201168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29400" y="687628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" y="7178040"/>
            <a:ext cx="347472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11480" y="717804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.h2 a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840480" y="7178040"/>
            <a:ext cx="274320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886200" y="71780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Footer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583680" y="7178040"/>
            <a:ext cx="201168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629400" y="7178040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65760" y="7479792"/>
            <a:ext cx="347472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11480" y="7479792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.h2 a:hover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840480" y="7479792"/>
            <a:ext cx="274320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886200" y="747979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Footer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583680" y="7479792"/>
            <a:ext cx="201168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629400" y="7479792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65760" y="7781544"/>
            <a:ext cx="347472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11480" y="7781544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.h3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840480" y="7781544"/>
            <a:ext cx="274320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886200" y="778154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Footer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583680" y="7781544"/>
            <a:ext cx="2011680" cy="301752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629400" y="7781544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Local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Ce que cette cartographie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32004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21992"/>
            <a:ext cx="228600" cy="228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45 règles réparties en 8 fichiers ciblés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70632"/>
            <a:ext cx="228600" cy="228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Aristote peut concevoir l'architecture sans ambiguïté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19272"/>
            <a:ext cx="228600" cy="228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 problèmes de duplication identifiés et documentés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67912"/>
            <a:ext cx="228600" cy="228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Base solide pour la modularisation du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  <a:latin typeface="Calibri"/>
              </a:rPr>
              <a:t>SOSSOU Merveilles de Dieu  ·  Groupe 5  ·  IFRI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