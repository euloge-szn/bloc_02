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— DevStart Agency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1965960" cy="4343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94360"/>
            <a:ext cx="196596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95528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114300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" y="1435608"/>
            <a:ext cx="1636776" cy="0"/>
          </a:xfrm>
          <a:prstGeom prst="line">
            <a:avLst/>
          </a:prstGeom>
          <a:noFill/>
          <a:ln w="12700">
            <a:solidFill>
              <a:srgbClr val="2A2A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5448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texte "DevStart"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02996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Accueil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505456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Nous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980944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Services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3456432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Contact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96312" y="594360"/>
            <a:ext cx="1965960" cy="4343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6312" y="594360"/>
            <a:ext cx="1965960" cy="64008"/>
          </a:xfrm>
          <a:prstGeom prst="rect">
            <a:avLst/>
          </a:prstGeom>
          <a:solidFill>
            <a:srgbClr val="F78FB3"/>
          </a:solidFill>
          <a:ln w="12700">
            <a:solidFill>
              <a:srgbClr val="F78F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0904" y="795528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60904" y="114300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60904" y="1435608"/>
            <a:ext cx="1636776" cy="0"/>
          </a:xfrm>
          <a:prstGeom prst="line">
            <a:avLst/>
          </a:prstGeom>
          <a:noFill/>
          <a:ln w="12700">
            <a:solidFill>
              <a:srgbClr val="2A2A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60904" y="155448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7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"On construit vos rêves numériques"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60904" y="202996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7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Paragraphe accroche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60904" y="2505456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7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CTA "Commencer"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60904" y="2980944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78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hero.png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26864" y="594360"/>
            <a:ext cx="1965960" cy="4343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594360"/>
            <a:ext cx="1965960" cy="64008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795528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91456" y="114300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91456" y="1435608"/>
            <a:ext cx="1636776" cy="0"/>
          </a:xfrm>
          <a:prstGeom prst="line">
            <a:avLst/>
          </a:prstGeom>
          <a:noFill/>
          <a:ln w="12700">
            <a:solidFill>
              <a:srgbClr val="2A2A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155448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"Ce qu'on fait"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91456" y="202996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Design 🎨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91456" y="2505456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Développement 💻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91456" y="2980944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Marketing digital 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91456" y="3456432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Maintenance 🔧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57416" y="594360"/>
            <a:ext cx="1965960" cy="4343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57416" y="594360"/>
            <a:ext cx="196596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2008" y="795528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22008" y="114300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22008" y="1435608"/>
            <a:ext cx="1636776" cy="0"/>
          </a:xfrm>
          <a:prstGeom prst="line">
            <a:avLst/>
          </a:prstGeom>
          <a:noFill/>
          <a:ln w="12700">
            <a:solidFill>
              <a:srgbClr val="2A2A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155448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team.png (gauche)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22008" y="202996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"À propos de nous"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22008" y="2505456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paragraphes de présentation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22008" y="2980944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"Notre histoire"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— DevStart Agency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2667000" cy="4343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94360"/>
            <a:ext cx="2667000" cy="64008"/>
          </a:xfrm>
          <a:prstGeom prst="rect">
            <a:avLst/>
          </a:prstGeom>
          <a:solidFill>
            <a:srgbClr val="9B72F7"/>
          </a:solidFill>
          <a:ln w="12700">
            <a:solidFill>
              <a:srgbClr val="9B72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95528"/>
            <a:ext cx="2337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Témoignages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1143000"/>
            <a:ext cx="2337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7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" y="1435608"/>
            <a:ext cx="2337816" cy="0"/>
          </a:xfrm>
          <a:prstGeom prst="line">
            <a:avLst/>
          </a:prstGeom>
          <a:noFill/>
          <a:ln w="12700">
            <a:solidFill>
              <a:srgbClr val="2A2A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54480"/>
            <a:ext cx="2337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B7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"Ils nous font confiance"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029968"/>
            <a:ext cx="2337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B7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Koffi A. — BenTech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505456"/>
            <a:ext cx="2337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B7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Mariame D. — ModoShop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980944"/>
            <a:ext cx="2337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B7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Romuald S. — GreenFood Bénin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97352" y="594360"/>
            <a:ext cx="2667000" cy="4343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97352" y="594360"/>
            <a:ext cx="2667000" cy="64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1944" y="795528"/>
            <a:ext cx="2337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61944" y="1143000"/>
            <a:ext cx="2337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61944" y="1435608"/>
            <a:ext cx="2337816" cy="0"/>
          </a:xfrm>
          <a:prstGeom prst="line">
            <a:avLst/>
          </a:prstGeom>
          <a:noFill/>
          <a:ln w="12700">
            <a:solidFill>
              <a:srgbClr val="2A2A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1944" y="1554480"/>
            <a:ext cx="2337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"Contactez-nous"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61944" y="2029968"/>
            <a:ext cx="2337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Nom complet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61944" y="2505456"/>
            <a:ext cx="2337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Email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61944" y="2980944"/>
            <a:ext cx="2337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Sujet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1944" y="3456432"/>
            <a:ext cx="2337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Textarea Message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61944" y="3931920"/>
            <a:ext cx="2337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"Envoyer"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28944" y="594360"/>
            <a:ext cx="2667000" cy="43434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28944" y="594360"/>
            <a:ext cx="2667000" cy="64008"/>
          </a:xfrm>
          <a:prstGeom prst="rect">
            <a:avLst/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3536" y="795528"/>
            <a:ext cx="2337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93536" y="1143000"/>
            <a:ext cx="2337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3536" y="1435608"/>
            <a:ext cx="2337816" cy="0"/>
          </a:xfrm>
          <a:prstGeom prst="line">
            <a:avLst/>
          </a:prstGeom>
          <a:noFill/>
          <a:ln w="12700">
            <a:solidFill>
              <a:srgbClr val="2A2A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3536" y="1554480"/>
            <a:ext cx="2337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DevStart Agency © 2024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3536" y="2029968"/>
            <a:ext cx="2337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Facebook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3536" y="2505456"/>
            <a:ext cx="2337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Instagram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93536" y="2980944"/>
            <a:ext cx="2337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LinkedIn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3536" y="3456432"/>
            <a:ext cx="2337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contact@devstart.bj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2026-04-22T15:57:06Z</dcterms:created>
  <dcterms:modified xsi:type="dcterms:W3CDTF">2026-04-22T15:57:06Z</dcterms:modified>
</cp:coreProperties>
</file>